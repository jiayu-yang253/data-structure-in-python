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6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69"/>
  </p:normalViewPr>
  <p:slideViewPr>
    <p:cSldViewPr snapToGrid="0">
      <p:cViewPr varScale="1">
        <p:scale>
          <a:sx n="114" d="100"/>
          <a:sy n="114" d="100"/>
        </p:scale>
        <p:origin x="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E81F8-6BC4-FEC4-AB95-7C06B3B86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BBDA8-B611-CF01-7306-9E707CA8B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6D7A8-7418-95EB-790A-00B61212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DCDD0-414E-9949-F6CF-E883A92B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78B16-4913-ABE1-CE79-925D659A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8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57E86-68CF-ABD6-FE76-2BEFEC7C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E8D61-06B9-FA7B-2516-716F13CC1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7BD0E-10D9-79C3-966D-18E03150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3EA7C-99CB-C692-7BA4-CD757CB8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CB696-83B9-4909-7D41-3B4E8CAC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19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A486-B12F-598F-47BB-4826AEFE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724C5-90FB-1CFA-2AF5-939BD535D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28FDB-A01B-9E65-5B36-EDFA734B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BF910-DBE6-71F3-1F4E-9A81C51EE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07548-886F-9B50-D925-0DC5349E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37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61483-F6BD-35C1-A698-CFF2A961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4D47C-EAED-AF0A-2AA6-2996E79FE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1AC82-1F6F-A91B-C5F1-E5683C65E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6967F-E690-895A-CC14-32260F1D1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F4233-1164-4A52-08E0-A035C87C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04E51-ECFC-7396-BC65-3CC6E61F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22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ED11D-B4CC-2E8C-6AD5-2527478F4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EECA2-2BBD-0BE1-4E80-B9BFD4BEE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0EE10-5E86-A646-898F-45DC43B01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E76D3-48D3-2A9B-2DB0-9E6582219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997F5-33E4-0BC8-0DFE-B9DBA9380A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0EAD2F-CD12-172B-4CDD-301B08AF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104F5C-097F-58E4-6872-0AA55DD16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0F13E-3900-D1E9-1226-A619BF1F2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5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4E78A-845D-084C-4A79-26806BE0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595B0-D258-4ECF-1460-8A0D0B1B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59059-405C-6806-119D-E9DF195B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F13C4-A4A4-2509-524E-313C4AA6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65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51F97-FC47-B60F-1565-D77F0647C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EAE14-C885-6069-E4F5-7A75B4C4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88CD7-49E9-B81B-AE38-DEF4E08D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C20F-7119-519A-AAB9-F4293BF4F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A5303-8BD2-3FDA-7DF8-09335C7AF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3E08A-39DE-81E5-B438-20E411928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E0BC0-48AD-B311-5FF6-5D42A573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DE3B-4BF8-2EFD-96F9-5F5EE75E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32930-B715-873E-B403-F8E5F82E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5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94FB-3157-258E-D75F-E8F2675C5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46BC0-693B-B57D-4213-3DA76BD6E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8F442-4B37-8FB9-1BDA-8E92175BC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D38DD-A718-31C3-C91C-73497C821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57AAF-5C5E-6504-C810-41A4740B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23C18-0987-E857-0EA6-1BAC1803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73D6-BC2F-37A5-1301-2140D7F4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91574-836A-500A-A14D-11CDBC09F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A8CDB-666B-4C06-A1BC-B0CBC37A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A15C2-9D72-08E1-6B4E-8436244D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3CF84-1363-7A71-B94D-4FF63B98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87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8357CF-7233-8FE5-ACE8-EB5D843A7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27C8A-C55E-D000-1DF0-EAD993B82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5196D-BF59-FA55-0D86-4E6F2990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50FC7-C3CD-4398-3E6F-1C8853DA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0B5FF-F87A-A05F-2D5F-9EBB3D60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0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925D28-0A76-305F-660C-8F6B67FB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791A6-DC95-2B25-8FE0-96F76C2FE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795DD-823D-55D2-5AE4-53FA6132A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9C9EA5-CE26-4E4F-A4D4-14902B7E380F}" type="datetimeFigureOut">
              <a:rPr lang="en-US" smtClean="0"/>
              <a:t>9/4/24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D4E93-841F-46EA-6474-FBF2703F3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1C99C-D92B-A889-A5A2-1B99755C4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4AD89-EA4E-F94B-A86C-D597BF235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2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desk with a keyboard and a notepad&#10;&#10;Description automatically generated">
            <a:extLst>
              <a:ext uri="{FF2B5EF4-FFF2-40B4-BE49-F238E27FC236}">
                <a16:creationId xmlns:a16="http://schemas.microsoft.com/office/drawing/2014/main" id="{2A86DA6D-2ADC-8A68-468C-4A8BF68873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06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14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67ACA36-39CC-BECC-7472-1F7AE3383E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6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20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id="{43D4C234-28F0-CBF9-F117-76A26B58DA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6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8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lue and white presentation with a computer and a person sitting in front of him&#10;&#10;Description automatically generated with medium confidence">
            <a:extLst>
              <a:ext uri="{FF2B5EF4-FFF2-40B4-BE49-F238E27FC236}">
                <a16:creationId xmlns:a16="http://schemas.microsoft.com/office/drawing/2014/main" id="{231D2360-1C61-18F6-7DBE-275DB2F14B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6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Several blue and white rectangular labels&#10;&#10;Description automatically generated with medium confidence">
            <a:extLst>
              <a:ext uri="{FF2B5EF4-FFF2-40B4-BE49-F238E27FC236}">
                <a16:creationId xmlns:a16="http://schemas.microsoft.com/office/drawing/2014/main" id="{11BE88B1-4904-62F8-4BD0-21CF19A896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9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person looking at a person sitting at a table&#10;&#10;Description automatically generated">
            <a:extLst>
              <a:ext uri="{FF2B5EF4-FFF2-40B4-BE49-F238E27FC236}">
                <a16:creationId xmlns:a16="http://schemas.microsoft.com/office/drawing/2014/main" id="{3E69ED00-A7AA-6B14-F0DE-0B9147360F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00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working on a computer&#10;&#10;Description automatically generated">
            <a:extLst>
              <a:ext uri="{FF2B5EF4-FFF2-40B4-BE49-F238E27FC236}">
                <a16:creationId xmlns:a16="http://schemas.microsoft.com/office/drawing/2014/main" id="{CFA78DA6-D21F-DFF8-C733-BC79C11C8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3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poster with text and images of a person and a computer&#10;&#10;Description automatically generated">
            <a:extLst>
              <a:ext uri="{FF2B5EF4-FFF2-40B4-BE49-F238E27FC236}">
                <a16:creationId xmlns:a16="http://schemas.microsoft.com/office/drawing/2014/main" id="{E18C5C5D-EDF5-73E3-30A8-3348F5A5DA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"/>
          <a:stretch/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01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everal blue and white cards&#10;&#10;Description automatically generated">
            <a:extLst>
              <a:ext uri="{FF2B5EF4-FFF2-40B4-BE49-F238E27FC236}">
                <a16:creationId xmlns:a16="http://schemas.microsoft.com/office/drawing/2014/main" id="{42344739-A397-2392-1326-40E126D22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" r="770" b="-1"/>
          <a:stretch/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68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looking at a person sitting at a table&#10;&#10;Description automatically generated">
            <a:extLst>
              <a:ext uri="{FF2B5EF4-FFF2-40B4-BE49-F238E27FC236}">
                <a16:creationId xmlns:a16="http://schemas.microsoft.com/office/drawing/2014/main" id="{C3CD4F61-D1A2-5801-A18E-D26CE76768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031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looking at a person sitting at a table&#10;&#10;Description automatically generated">
            <a:extLst>
              <a:ext uri="{FF2B5EF4-FFF2-40B4-BE49-F238E27FC236}">
                <a16:creationId xmlns:a16="http://schemas.microsoft.com/office/drawing/2014/main" id="{CF780D82-1AC4-E87D-F45B-2DD2860D06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28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id="{DC5B2552-B736-961C-6661-E452BF6EA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5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omputer screen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FC0BFA08-BA09-51DE-2D07-2FB4C8A9AB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60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data type&#10;&#10;Description automatically generated">
            <a:extLst>
              <a:ext uri="{FF2B5EF4-FFF2-40B4-BE49-F238E27FC236}">
                <a16:creationId xmlns:a16="http://schemas.microsoft.com/office/drawing/2014/main" id="{9B563900-0CEC-6A6A-EA29-D578CF4A7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66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looking at a computer screen&#10;&#10;Description automatically generated">
            <a:extLst>
              <a:ext uri="{FF2B5EF4-FFF2-40B4-BE49-F238E27FC236}">
                <a16:creationId xmlns:a16="http://schemas.microsoft.com/office/drawing/2014/main" id="{1CD59563-55F5-CBFD-2757-7710C68D74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17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computer chip&#10;&#10;Description automatically generated">
            <a:extLst>
              <a:ext uri="{FF2B5EF4-FFF2-40B4-BE49-F238E27FC236}">
                <a16:creationId xmlns:a16="http://schemas.microsoft.com/office/drawing/2014/main" id="{DF153AE3-4CAA-BF7E-6521-48CAB6051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7" b="4339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884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computer chip&#10;&#10;Description automatically generated">
            <a:extLst>
              <a:ext uri="{FF2B5EF4-FFF2-40B4-BE49-F238E27FC236}">
                <a16:creationId xmlns:a16="http://schemas.microsoft.com/office/drawing/2014/main" id="{89D8A504-E82E-412C-02A0-EEC78CA51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7" y="457200"/>
            <a:ext cx="1056640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08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60A5F871-06DF-5CB5-F2AF-0CBBB79C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42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computer chip&#10;&#10;Description automatically generated">
            <a:extLst>
              <a:ext uri="{FF2B5EF4-FFF2-40B4-BE49-F238E27FC236}">
                <a16:creationId xmlns:a16="http://schemas.microsoft.com/office/drawing/2014/main" id="{6C87BD3A-5D35-E14F-62A4-C0089BC8F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7" y="457200"/>
            <a:ext cx="1056640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778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FC76D9E-3B7E-CE83-2024-A76CD69E4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3" y="457200"/>
            <a:ext cx="1061357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9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3DA4CD8-A4CE-9D10-433E-4B871814FA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1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46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DB848C1-4767-7FAC-D50D-C86696DC79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40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34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 up of a computer chip&#10;&#10;Description automatically generated">
            <a:extLst>
              <a:ext uri="{FF2B5EF4-FFF2-40B4-BE49-F238E27FC236}">
                <a16:creationId xmlns:a16="http://schemas.microsoft.com/office/drawing/2014/main" id="{CE3E14AC-6AAB-67D1-9B7E-9337A821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1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70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590FDA0-B15B-312D-CDBD-AA8FA8339D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66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33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ECD8A7B-0E0F-5771-7BA5-9EA001D1A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1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232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26E8290-76B8-343E-C15B-582A38383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8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57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202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693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47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296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FAD07A2-6C62-25D3-3138-A6B9CE43C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444500"/>
            <a:ext cx="7772400" cy="43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9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Macintosh PowerPoint</Application>
  <PresentationFormat>Widescreen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2024-09-04T05:18:33Z</dcterms:created>
  <dcterms:modified xsi:type="dcterms:W3CDTF">2024-09-04T06:37:12Z</dcterms:modified>
</cp:coreProperties>
</file>